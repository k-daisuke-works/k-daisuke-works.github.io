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  <p:sldId id="284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91441D-CAEA-5081-E24F-946A982CD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CCD5550-1C53-ACED-1BE2-91E82FF66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6A3556-8028-7345-7401-300C9CC31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9A7-A407-4526-8897-F23322550CED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441B28-9284-C851-BB2B-6D8F40EC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59A709-414B-A8AC-C62D-F46E598FF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C36A-D542-48E3-B550-EB37BCF8F2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297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7C658F-C2F0-FB71-A278-2CDFF8DD2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D3C3D5-505C-C215-7CAF-1B1E4818D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ADE0AD-0588-6B93-F21D-F4D34C0A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9A7-A407-4526-8897-F23322550CED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0811F6-6D2C-1943-6958-87C69770A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21AFE7-3C2B-9BA8-6BD0-58E3E217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C36A-D542-48E3-B550-EB37BCF8F2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0819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D752EA-DAB1-D74E-F70D-2686B927A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6C05D7-3CE0-40C8-79CF-730D91DB7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41AB0A-8EE4-AD49-81F5-57EFEA7BF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9A7-A407-4526-8897-F23322550CED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B7909B-03F1-F0AD-CEC0-724716136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9D9C2C-E6D2-468E-0C95-EC07460B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C36A-D542-48E3-B550-EB37BCF8F2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700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B9CDDB-8CFE-27C8-A8AA-D4B7E5F03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38D799-7043-D5BD-B320-1E59F8DB1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184B8D0-F2E4-BF68-166B-0DBCCF865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8E7B20-A0D7-DFC6-4D7C-42F5A2AC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9A7-A407-4526-8897-F23322550CED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D964E1-90D1-A5C5-50B2-AF0E94E1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FE58F2-8425-63EC-7E01-F8737C50D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C36A-D542-48E3-B550-EB37BCF8F2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1296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41767F-3805-9D85-960B-16B3829DF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49F7BE-03CB-B99A-5731-A4CCFE8C7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3AA667C-82F5-5C3F-E405-19F99CFFA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519D87B-D0DB-829A-9486-F5692EEDC7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06BB899-21A5-417C-4FC5-A528D9F23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8890587-72C3-388B-EE56-7C808221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9A7-A407-4526-8897-F23322550CED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FC26746-5A37-773D-75FF-03B5E1490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852EBF9-0DE9-DA72-7A83-D7EE5CF6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C36A-D542-48E3-B550-EB37BCF8F2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1548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DCDD37-3E88-0A6C-C287-02B57B0BF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D4AD47C-956D-687F-2A37-A7E0A27FB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9A7-A407-4526-8897-F23322550CED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3E58728-AE94-00D4-A53C-DE0524095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C4849A-D970-F93E-B0E3-F5CF6252F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C36A-D542-48E3-B550-EB37BCF8F2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5663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410BF00-E912-FEBE-F684-BFF15DD4C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9A7-A407-4526-8897-F23322550CED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B76899F-DE27-D182-3005-1BF5106A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00932A-CF0A-7174-2A29-3CE2FAFA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C36A-D542-48E3-B550-EB37BCF8F2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507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5D5DA7-07F2-5CED-F0F2-9172AACB4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6E30FA-3508-0A23-AE6C-7654E25C4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142C1D-231E-0BDF-583F-558A24A63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438CCF-F983-3C59-E529-A5386183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9A7-A407-4526-8897-F23322550CED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176B05-7A9C-67B3-049A-B09973196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812365-DF9C-0E21-CEA0-E135151C1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C36A-D542-48E3-B550-EB37BCF8F2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51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A257EE-C711-9BE1-5CE3-979426471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B4EB256-C701-B2BE-9D50-2052AEC509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97291F-4FF2-A432-672E-74579281A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25535F-F275-2CE2-5531-4345BB031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9A7-A407-4526-8897-F23322550CED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F453F6-3585-E4FA-3A93-4DE047994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FA18E7-B525-673B-D575-8BABD18F7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C36A-D542-48E3-B550-EB37BCF8F2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646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CB4339-1F32-40D9-E24B-8FCE0CFEB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F421F0-3BAA-DDC5-AF10-11AE3EFE7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D7479A-98A3-30BB-9BBB-E354C9FF2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9A7-A407-4526-8897-F23322550CED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E50634-06C6-6157-C9F8-0408FD78C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BB47C4-A763-663C-F41A-6171EF0CF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C36A-D542-48E3-B550-EB37BCF8F2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754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B1B18CA-E857-18D7-CEBF-B4BD724DE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659CE89-4701-50FF-18A3-1063A92FD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506620-C58A-595C-A74F-460738601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F9A7-A407-4526-8897-F23322550CED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60CE45-A658-CCA6-E2B1-9B5DADE98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137E71-535F-49C3-A661-31129204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C36A-D542-48E3-B550-EB37BCF8F2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797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C9FEFAF-5711-B9CB-A700-CC4A2E92E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78D10B-F7BD-25FA-D93D-F93535A84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DF7564-5F65-63CC-DDAF-CE6837BBA2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FF9A7-A407-4526-8897-F23322550CED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F2DC22-2A4C-D660-6A7E-64A9B8B1A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CD0E58-A943-2726-1D94-80AE3605C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0C36A-D542-48E3-B550-EB37BCF8F2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738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15EBB5-CB4B-262B-624E-4936525F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EAE0BE-4C0F-C311-A951-15F6825C3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 descr="タイムライン&#10;&#10;AI 生成コンテンツは誤りを含む可能性があります。">
            <a:extLst>
              <a:ext uri="{FF2B5EF4-FFF2-40B4-BE49-F238E27FC236}">
                <a16:creationId xmlns:a16="http://schemas.microsoft.com/office/drawing/2014/main" id="{49D61A4E-D3BF-48A3-1975-D186D96EE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3"/>
            <a:ext cx="12192000" cy="685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16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0071BE-B5FF-139B-C531-53D11A188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4D7C8D-890E-B066-DDD5-5D6C1700D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84B23A5-25D8-9834-2506-0C776CAEC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0"/>
            <a:ext cx="12166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96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DB5F86-7C9E-7442-1669-3769C170D2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B835EA-EEDB-A8B0-2ADF-71CAC663C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84C6554B-6908-210B-6C46-AC02F94D9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67"/>
            <a:ext cx="12192000" cy="682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97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F14A0-690A-0D10-CB22-C2C1151FC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42EAF8-3F9A-C55E-FC44-69BB1215B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31299C-8A2F-0A3C-18E9-E264262A3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B3F66DAF-F8B9-E2C4-32FA-0CB432747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63" y="105"/>
            <a:ext cx="12255126" cy="685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388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0</Words>
  <Application>Microsoft Office PowerPoint</Application>
  <PresentationFormat>ワイド画面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大介 河村</dc:creator>
  <cp:lastModifiedBy>大介 河村</cp:lastModifiedBy>
  <cp:revision>4</cp:revision>
  <dcterms:created xsi:type="dcterms:W3CDTF">2026-02-21T10:30:47Z</dcterms:created>
  <dcterms:modified xsi:type="dcterms:W3CDTF">2026-02-22T09:10:24Z</dcterms:modified>
</cp:coreProperties>
</file>