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6" r:id="rId4"/>
    <p:sldId id="284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386BA5-6C8C-A78B-D834-C825C5842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66FD058-ACC8-1357-4EF4-8C1132C95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34154B-E774-DDD8-6AF8-3E9D20F62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43649C-61F7-B3A6-23F6-382E8CD46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DC18C3-29A4-90D8-F71D-D0B8051B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149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B119B8-0B53-DDD3-5353-48C14BB7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407398-34E9-26FD-A7D2-A046AD15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C78BEF-7064-6B1E-65B7-05EC7D032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A1C7A6-9A08-EB05-67EC-DA6CE953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FE2771-9186-E4EE-B16E-2D87722B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4713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A5E3E8-00C8-637C-63D5-05F3A3FF4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35B427-48DE-DA83-B30B-BABA6CC72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86E6C9-CE3C-2A92-3AF8-205E0CCC8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FED762-08F5-4374-F74D-6A872C86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921DA4-5F0C-FD80-FB8F-C934D366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299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3483A6-FBBA-38A6-940A-E113CD6CA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F1665B-DE22-F0B8-4458-A4CDBF538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7F4F891-1908-1678-31BD-D22E50961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9F9280-FBFE-A75B-C9C7-064CDF9CF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70064D-8252-83CD-F5CD-0239848B3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476523-A216-F5DB-8ADB-BD718ED6E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094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B901A5-AFB2-FDEF-5B3A-001E90B22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272178-25F0-BFE7-7951-0C8D936B4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E9E11C-7719-99FA-264D-88B01BC4A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11E951-DB59-9AE6-9D0D-52E9C061CE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15E0AFB-03F8-055E-0F7E-EAA92567E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5665F3A-633B-F650-2904-FF6D872E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7C27867-E582-5522-0BFB-8209ACDD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7530C2-35A6-EA2A-2334-0778F248C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3108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A4DA3F-D71B-8F3C-3FA9-E8E2ACEA9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41155B3-575B-BEBE-1335-A44C5AD1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A3167D9-2842-E670-F93E-6D208C7A1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39CD7B-305C-CB6C-D6D2-6C9EBC588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342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70EC0E-4141-0C4B-7717-CB2033339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C209644-6BF9-CA9C-F7E3-424ACFD24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971DF3-F000-C690-D9FE-88F7D99E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980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007F65-C258-5941-35F4-7B78F1A22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F42C3D-DD59-B386-1479-D79E5AC4C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D11BB3-B15C-F79A-C672-B02133093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33B89D-A4A1-BA61-E417-5215DB06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20432B-F472-3242-2A81-92AA4ED1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5E8FCD-62BF-DDB6-988A-AD3FC75B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171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90826D-0FB0-E480-EBE3-74B6E457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0659852-FBAC-38BE-BC6F-CA79D1B5C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1FC5A15-188B-024C-3CB5-4237FAEF3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E669D3-DC9C-B4E8-3DE1-25E74280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8389BFC-CFCB-8AF0-7AAF-A28D818E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80D6B8-CCDD-6D30-6563-D445436B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86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8090A0-4CAE-6419-603F-9F9DB705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8E4E4D-8DF4-91C1-3B05-136E34FA3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D6FD07-C19C-0E62-2604-0B4E4AF34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CE8598-2D18-90A7-9F77-6A76783F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FA5F6C-C1B4-7506-93EC-146812CB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5269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80C4562-8E50-EE07-C735-E1E449B44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5CFFF2-482C-60C6-CA9F-00D46B62F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FE4F0E-FABF-E0B9-E603-41F8C7173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9FA950-CA36-6EF3-3DD7-C79B28BDD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FEC7AB-B40C-E853-69DA-01F76E43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8874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7BD0DD-8F1C-FD87-BC26-738A5F35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A04C9F-2290-076A-5DDA-21D88AFB0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186C2B-3ECD-ADF6-4AD2-BB80E64BA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74E78-14FC-47AC-9E0B-F93B636936D4}" type="datetimeFigureOut">
              <a:rPr kumimoji="1" lang="ja-JP" altLang="en-US" smtClean="0"/>
              <a:t>2026/2/22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202807-527B-2BD3-2937-9862563FC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DE2C6A-0C3F-CA05-79E8-371232842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E4698-57DA-4310-84E1-49233038C1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320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1D450D-268E-6BDA-62AB-E101F6D2E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44E6CD-6AC9-C773-41FE-E35A8E9A1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6" name="図 5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E29296EB-CF7C-CB0F-D5EE-A9DD29797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09"/>
            <a:ext cx="12192000" cy="680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57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4A67E2-CD6B-70E2-F22D-31C840FA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19F279-6C66-B03C-BB18-EC6EB9E15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178CBEF-5CCC-B61B-8DC6-2787A04D8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9" y="0"/>
            <a:ext cx="121433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2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1356C9-5E7D-81AF-4412-27F08B48BF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C9DE3D-79A6-6EA1-7370-7EC1B51F4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FA8104C-86EF-9A0A-E939-07F847AFE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0"/>
            <a:ext cx="12192000" cy="684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78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F14A0-690A-0D10-CB22-C2C1151F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42EAF8-3F9A-C55E-FC44-69BB1215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31299C-8A2F-0A3C-18E9-E264262A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B3F66DAF-F8B9-E2C4-32FA-0CB432747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63" y="105"/>
            <a:ext cx="12255126" cy="685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388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大介 河村</dc:creator>
  <cp:lastModifiedBy>大介 河村</cp:lastModifiedBy>
  <cp:revision>4</cp:revision>
  <dcterms:created xsi:type="dcterms:W3CDTF">2026-02-21T10:29:39Z</dcterms:created>
  <dcterms:modified xsi:type="dcterms:W3CDTF">2026-02-22T09:12:00Z</dcterms:modified>
</cp:coreProperties>
</file>